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130A3-CA8D-9AD7-CDB7-57C5E733C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803F1C-FB3F-763F-99A8-0DE004664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03E3E-73A8-6318-44ED-975E441D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46EC2-2A79-BACB-4FC0-99D7FE1B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3D0353-C8F5-167A-0189-05C71A23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212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62E86-4C4E-61B8-2B31-C5502C61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32D7A-E337-080E-3C2A-516D26EDA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BF3B8E-C7F7-A58A-904C-46F3AEDB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68CB44-547D-B07F-894E-6628D943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FF13E-3B95-FEC1-59DC-473FC547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876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4D360-417A-A613-133F-3ABFAA39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374E91-5587-450E-5540-EE33002F3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ECCCF7-0D6E-BD21-387C-BF56F755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58F9F8-8916-0029-B140-F7934C2F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18C032-9B47-0E83-04D5-78523699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338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97D1A-42EB-3FE6-5733-648D7A36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55022-8CD9-26A8-C58B-56A41C9EB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67ADCD-6E1F-C894-7469-DB3922F23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67A82D-746A-52B1-98C4-842E0954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74DB35-A87D-DB02-F509-AD32D385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2D4EF6-09C4-C6EB-BDDC-E070B69C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8313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F5BED-0609-C907-26FC-C374B1FD6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417563-943A-8BB0-470F-EA678D845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73DA05-75BF-DB53-89DA-14B562519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C77AEF-22AF-F32B-B2BF-F935D307C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D3A2E8-7944-9810-887C-8103DE1B7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F3C2E9-3771-5643-09DE-61C0A62A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6956F23-1C1C-7845-CE48-E918942E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B4AA99-FEBB-9CEE-9A8E-230E2D8E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594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4B342-D7AD-BBFA-BB73-E714AC87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FA5A23-27AD-4612-F2EB-0AA85822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FB8724-34DF-FB41-3B0F-1061C53C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75DD06-6133-9457-0EE0-ED0AC6E3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152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6F80DA-2586-A5D8-04B2-D2ABED4F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1CC11F-3C5D-24B8-8A5F-13DD4BBF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CDAA8A-970A-B8A1-0F11-210B6488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863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C601C-9424-C032-CCEC-E0A8096F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7A30F7-FDAD-3053-8FAB-1926BB4F0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889D6B-168F-B196-1106-168EED91A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10D1F6-8625-91FD-1BF3-6AEBA1A02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057927-53B2-BB0D-9D5B-C5E62115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49F85A-850B-6334-9BE0-5A55695C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829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44A27-8EEF-74F9-6C1B-860CF6137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FFD423-5253-4940-D1BC-8F31210A9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0BBB19-A05F-9991-051D-74854FC80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2BC32B-6998-8DB7-6041-F3112510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F5433F-6830-D41F-95A4-500EDDFE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B2B390-3B75-5CA8-38C4-128800AB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686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5E8E0-CDF4-B12E-FBDE-8DD5240A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6C8908-70E7-337C-EB26-26295AEA0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5B7CA0-7850-D215-F1FB-843662D3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74979D-8642-40E6-D684-A8D3ECF5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9A6000-60D0-C526-E5B2-203937A9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622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5837CE-C0FF-BCB1-DC06-7B964DC63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7C6256-435B-33DE-5BA1-98640A9C4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0FFEC-7B5D-6D23-D44F-86D1536E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3780EF-345E-F2B5-DA18-715882B4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D5A656-5E6C-3AAE-525D-FB7A01A5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965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270FE5E-FCC3-F6E2-419D-6804584A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FF8F6D-3410-BD3D-418E-D4E94CE8C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F5CF17-CB51-B12E-824D-8E246796C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397BA-62C7-4ECC-9B0C-50CB379F201B}" type="datetimeFigureOut">
              <a:rPr lang="pt-PT" smtClean="0"/>
              <a:t>22/02/2026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B91882-1CA5-DAE4-479B-564FBE057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501A5-1A87-F888-1C76-55D1AC468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FF5A4-CEAE-43AA-8F17-5CBDE7D8E86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872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52CB9-B4E3-6D05-F99E-D1329FEEB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4487" y="433250"/>
            <a:ext cx="9144000" cy="1086333"/>
          </a:xfrm>
        </p:spPr>
        <p:txBody>
          <a:bodyPr/>
          <a:lstStyle/>
          <a:p>
            <a:r>
              <a:rPr lang="en-US" dirty="0"/>
              <a:t>Title test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FC397B-32DB-FFFE-0E99-EE94782FD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4487" y="1662803"/>
            <a:ext cx="9144000" cy="457545"/>
          </a:xfrm>
        </p:spPr>
        <p:txBody>
          <a:bodyPr/>
          <a:lstStyle/>
          <a:p>
            <a:r>
              <a:rPr lang="en-US" dirty="0"/>
              <a:t>Subtitle test</a:t>
            </a:r>
            <a:endParaRPr lang="pt-PT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93C93EC-BDBD-A337-ACB1-E85622C801FA}"/>
              </a:ext>
            </a:extLst>
          </p:cNvPr>
          <p:cNvSpPr txBox="1">
            <a:spLocks/>
          </p:cNvSpPr>
          <p:nvPr/>
        </p:nvSpPr>
        <p:spPr>
          <a:xfrm>
            <a:off x="1477618" y="2120348"/>
            <a:ext cx="9144000" cy="457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This is a simple test to test the component</a:t>
            </a:r>
            <a:endParaRPr lang="pt-PT" sz="18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493F277-78DD-8FCE-8B15-76A3428949D0}"/>
              </a:ext>
            </a:extLst>
          </p:cNvPr>
          <p:cNvSpPr txBox="1">
            <a:spLocks/>
          </p:cNvSpPr>
          <p:nvPr/>
        </p:nvSpPr>
        <p:spPr>
          <a:xfrm>
            <a:off x="1510749" y="2528957"/>
            <a:ext cx="9144000" cy="457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Again this is a line of text</a:t>
            </a:r>
            <a:endParaRPr lang="pt-PT" sz="14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2E63BD8-9088-916B-9F2F-7D2C96159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60790"/>
              </p:ext>
            </p:extLst>
          </p:nvPr>
        </p:nvGraphicFramePr>
        <p:xfrm>
          <a:off x="2071756" y="3639561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417035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238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42257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1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2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3</a:t>
                      </a: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60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71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75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228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Title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Fernandes</dc:creator>
  <cp:lastModifiedBy>Fabio Fernandes</cp:lastModifiedBy>
  <cp:revision>1</cp:revision>
  <dcterms:created xsi:type="dcterms:W3CDTF">2026-02-22T16:53:13Z</dcterms:created>
  <dcterms:modified xsi:type="dcterms:W3CDTF">2026-02-22T16:56:21Z</dcterms:modified>
</cp:coreProperties>
</file>